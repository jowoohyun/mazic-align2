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0D2FF"/>
                </a:solidFill>
                <a:latin typeface="맑은 고딕"/>
              </a:defRPr>
            </a:pPr>
            <a:r>
              <a:t>MazicAlign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맑은 고딕"/>
              </a:defRPr>
            </a:pPr>
            <a:r>
              <a:t>로컬 전용 3D STL 뷰어 &amp; 슬라이서 프로젝트 분석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맑은 고딕"/>
              </a:defRPr>
            </a:pPr>
            <a:r>
              <a:t>프로젝트 유형: 치과/교정 전문 3D 프린팅 워크플로우 웹 애플리케이션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맑은 고딕"/>
              </a:defRPr>
            </a:pPr>
            <a:r>
              <a:t>분석 일자: 2026-03-17  |  총 코드량: ~5,545 Lines  |  TypeScript + React + BabylonJS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1. 프로젝트 개요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303520" cy="2560320"/>
          </a:xfrm>
          <a:prstGeom prst="roundRect">
            <a:avLst/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39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프로젝트 목적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4937759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치과/교정 분야 3D STL 모델 뷰어 &amp; 슬라이서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로컬 PC(Windows 10/11) 전용 - 인터넷 불필요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ZIP 배포 → install.bat → start.bat 실행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단일 Express 서버 (포트 5173)로 구동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SQLite 단일 파일 DB로 데이터 관리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303520" cy="2560320"/>
          </a:xfrm>
          <a:prstGeom prst="roundRect">
            <a:avLst/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234439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핵심 특징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00200"/>
            <a:ext cx="4937759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브라우저 기반 3D 뷰어 (WebGL / BabylonJS)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FDM + DLP 듀얼 슬라이싱 엔진 내장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Web Worker로 비차단(non-blocking) 슬라이싱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로컬 파일시스템 직접 탐색 &amp; 임포트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변환 이력(History) 자동 기록 &amp; 조회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11247120" cy="2560320"/>
          </a:xfrm>
          <a:prstGeom prst="roundRect">
            <a:avLst/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0690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배포 &amp; 실행 방식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1088136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1) 프로젝트 전체를 ZIP으로 압축 (node_modules 제외)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2) 사용자가 ZIP 압축 해제 후 install.bat 실행 → npm 패키지 설치 (~3분)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3) build.bat 실행 → 프론트엔드(Vite) + 백엔드(tsc) 빌드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4) start.bat 실행 → http://localhost:5173 자동 오픈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5) 이후 인터넷 불필요, 모든 데이터 로컬 저장 (SQLite + 파일시스템)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2. 기술 스택 (Tech Stack)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맑은 고딕"/>
              </a:defRPr>
            </a:pPr>
            <a:r>
              <a:t>Frontend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576072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914400"/>
                <a:gridCol w="18288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카테고리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기술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버전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용도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프레임워크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React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18.2.0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컴포넌트 UI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언어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TypeScript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5.2.2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타입 안전성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빌드 도구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Vite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5.0.8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번들링 &amp; HMR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3D 엔진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BabylonJS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6.36.0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WebGL 렌더링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스타일링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Tailwind CSS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3.3.6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유틸리티 CSS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상태 관리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Zustand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4.4.7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경량 상태 관리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라우팅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React Router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6.20.0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SPA 라우팅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폴리곤 연산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js-clipper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1.0.1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폴리곤 Boolean 연산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914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맑은 고딕"/>
              </a:defRPr>
            </a:pPr>
            <a:r>
              <a:t>Backend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371600"/>
          <a:ext cx="57607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914400"/>
                <a:gridCol w="18288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카테고리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기술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버전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용도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런타임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Node.js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22 LTS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서버 런타임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프레임워크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Express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4.18.2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HTTP API 서버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데이터베이스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SQLite (better-sqlite3)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11.0.0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단일 파일 RDB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파일 업로드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Multer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1.4.5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멀티파트 처리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ID 생성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UUID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9.0.1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고유 식별자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환경설정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dotenv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16.6.1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환경변수 관리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3. 시스템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116128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      브라우저 (localhost:5173)                       │</a:t>
            </a:r>
            <a:br/>
            <a:r>
              <a:t>│  ┌──────────────┐  ┌──────────────────┐  ┌────────────────────────┐    │</a:t>
            </a:r>
            <a:br/>
            <a:r>
              <a:t>│  │  ProjectPage  │  │   ViewerPage      │  │   Slicer (Web Worker)  │    │</a:t>
            </a:r>
            <a:br/>
            <a:r>
              <a:t>│  │  프로젝트 관리 │  │   3D 뷰어          │  │   FDM G-code 생성      │    │</a:t>
            </a:r>
            <a:br/>
            <a:r>
              <a:t>│  │               │  │   BabylonJS        │  │   DLP 마스크 이미지     │    │</a:t>
            </a:r>
            <a:br/>
            <a:r>
              <a:t>│  └──────────────┘  └──────────────────┘  └────────────────────────┘    │</a:t>
            </a:r>
            <a:br/>
            <a:r>
              <a:t>│                              │  REST API (fetch)                         │</a:t>
            </a:r>
            <a:br/>
            <a:r>
              <a:t>└──────────────────────────────┼───────────────────────────────────────────┘</a:t>
            </a:r>
            <a:br/>
            <a:r>
              <a:t>                               ▼</a:t>
            </a:r>
            <a:br/>
            <a:r>
              <a:t>┌──────────────────────────────────────────────────────────────────────────┐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   Express 서버 (Node.js)                             │</a:t>
            </a:r>
            <a:br/>
            <a:r>
              <a:t>│  ┌─────────────┐  ┌──────────────┐  ┌─────────────┐  ┌────────────┐   │</a:t>
            </a:r>
            <a:br/>
            <a:r>
              <a:t>│  │  /api/projects│  │  /api/stl     │  │  /api/fs     │  │  /uploads   │   │</a:t>
            </a:r>
            <a:br/>
            <a:r>
              <a:t>│  │  프로젝트 CRUD │  │  STL파일 CRUD  │  │  파일시스템   │  │  정적 파일   │   │</a:t>
            </a:r>
            <a:br/>
            <a:r>
              <a:t>│  └──────┬──────┘  └──────┬───────┘  └──────┬──────┘  └────────────┘   │</a:t>
            </a:r>
            <a:br/>
            <a:r>
              <a:t>│         │                │                  │                            │</a:t>
            </a:r>
            <a:br/>
            <a:r>
              <a:t>│         ▼                ▼                  ▼                            │</a:t>
            </a:r>
            <a:br/>
            <a:r>
              <a:t>│  ┌─────────────────────────────┐  ┌────────────────────┐               │</a:t>
            </a:r>
            <a:br/>
            <a:r>
              <a:t>│  │  SQLite (mazicalign.db)      │  │  Windows 파일시스템  │               │</a:t>
            </a:r>
            <a:br/>
            <a:r>
              <a:t>│  │  projects / stl_files /      │  │  C:\ D:\ ...        │               │</a:t>
            </a:r>
            <a:br/>
            <a:r>
              <a:t>│  │  adjustment_logs / users     │  │  STL 파일 직접 접근   │               │</a:t>
            </a:r>
            <a:br/>
            <a:r>
              <a:t>│  └─────────────────────────────┘  └────────────────────┘               │</a:t>
            </a:r>
            <a:br/>
            <a:r>
              <a:t>└──────────────────────────────────────────────────────────────────────────┘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4. 핵심 기능 상세 (1/2)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2286000"/>
          </a:xfrm>
          <a:prstGeom prst="roundRect">
            <a:avLst/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3D 뷰어 (BabylonJS)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ASCII &amp; Binary STL 파일 동시 로딩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ArcRotateCamera (궤도/팬/줌)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Gizmo Manager: 이동/회전/크기 조절 드래그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파일별 가시성(Visibility) 토글 &amp; 투명도(0~100%)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선택 모델 하이라이트 &amp; 커스텀 머티리얼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486400" cy="2286000"/>
          </a:xfrm>
          <a:prstGeom prst="roundRect">
            <a:avLst/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2344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프로젝트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002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프로젝트 생성/조회/수정/삭제 (CRUD)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8자 랜덤 프로젝트 코드 자동 생성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환자 정보(patientInfo) JSON 저장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프로젝트별 STL 파일 분리 관리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SQLite 기반 영속 저장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657600"/>
            <a:ext cx="5486400" cy="2743200"/>
          </a:xfrm>
          <a:prstGeom prst="roundRect">
            <a:avLst/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변환 컨트롤 &amp; 이력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Translation (X/Y/Z) - 수치 입력 또는 Gizmo 드래그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Rotation (X/Y/Z 오일러각) - 수치 입력 또는 Gizmo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Scale (균등 또는 축별) - 수치 입력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모든 변환 자동 기록 (AdjustmentLog)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이력 조회: STL 파일별, 최신순 정렬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개별 로그 삭제 또는 전체 초기화 가능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657600"/>
            <a:ext cx="5486400" cy="2743200"/>
          </a:xfrm>
          <a:prstGeom prst="roundRect">
            <a:avLst/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794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로컬 파일 탐색기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16052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백엔드 /api/fs 엔드포인트로 PC 파일시스템 직접 탐색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Windows 드라이브 문자(A:~Z:) 지원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디렉토리 + .stl 파일만 필터링 표시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파일 메타데이터(크기, 타입) 반환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선택한 STL 파일 즉시 프로젝트로 임포트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파일 업로드(Multer)와 로컬 경로 임포트 모두 지원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5. 핵심 기능 상세 (2/2) - 슬라이서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FDM 슬라이서 (G-code 생성)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[프로세스]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1. 3D 메시의 Z축 범위 계산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2. 레이어 높이 간격으로 Z-plane 반복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3. 삼각형-평면 교차점 계산 → 윤곽선 생성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4. 윤곽선 오프셋 → 동심원 벽(Walls) 생성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5. 내부 영역 인필(Infill) 패턴 채우기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6. G-code 명령어(G0/G1 + E값) 출력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[설정 파라미터]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레이어 높이: 0.05 ~ 0.5mm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노즐 직경 (mm)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벽 개수 (shells), 인필 밀도 (%)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인필 패턴: lines / grid / zigzag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프린트 속도 (mm/s)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벽 순서: inner→outer / outer→inner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출력 순서: walls-first / infill-first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486400" cy="5029200"/>
          </a:xfrm>
          <a:prstGeom prst="roundRect">
            <a:avLst/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2344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DLP 슬라이서 (마스크 이미지 생성)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002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[프로세스]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1. 3D 메시를 레이어별 2D 폴리곤으로 슬라이싱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2. OffscreenCanvas에 폴리곤 렌더링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   (흰색 = 노출, 검정 = 비노출)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3. Canvas → PNG Blob 변환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4. Data URL 또는 이미지 시퀀스로 내보내기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[설정 파라미터]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레이어 높이: 0.01 ~ 0.1mm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빌드 플레이트 크기 (너비 × 깊이 mm)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프로젝터 해상도 (X × Y 픽셀)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픽셀 크기 (마이크론) - 자동 계산 가능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광원 파워 (%)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노출 시간 (초)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Z-리프트 속도 (mm/s)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[핵심 라이브러리]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js-clipper: 폴리곤 오프셋 &amp; Boolean 연산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OffscreenCanvas: Web Worker 내 렌더링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6. 프로젝트 디렉토리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MazicAlign/</a:t>
            </a:r>
            <a:br/>
            <a:r>
              <a:t>├── frontend/                   # React 18 + Vite SPA (~3,200 lines)</a:t>
            </a:r>
            <a:br/>
            <a:r>
              <a:t>│   ├── src/</a:t>
            </a:r>
            <a:br/>
            <a:r>
              <a:t>│   │   ├── pages/              # ProjectPage, ViewerPage, HomePage, LoginPage</a:t>
            </a:r>
            <a:br/>
            <a:r>
              <a:t>│   │   ├── components/         # STLViewer, STLFileList, LocalFileBrowser,</a:t>
            </a:r>
            <a:br/>
            <a:r>
              <a:t>│   │   │   └── Slicer/         # SlicerPanel, SlicePreview</a:t>
            </a:r>
            <a:br/>
            <a:r>
              <a:t>│   │   ├── hooks/              # useAuth, useProjects, useSTLFiles, useAdjustmentLogs</a:t>
            </a:r>
            <a:br/>
            <a:r>
              <a:t>│   │   ├── services/           # auth, project, stl API 서비스</a:t>
            </a:r>
            <a:br/>
            <a:r>
              <a:t>│   │   │   └── slicer/         # SliceEngine, GCodeGenerator, ImageGenerator,</a:t>
            </a:r>
            <a:br/>
            <a:r>
              <a:t>│   │   │                       # PolygonClipper, SlicerService, SlicerWorker</a:t>
            </a:r>
            <a:br/>
            <a:r>
              <a:t>│   │   ├── utils/              # babylon.utils, stl-loader.utils, transform.utils</a:t>
            </a:r>
            <a:br/>
            <a:r>
              <a:t>│   │   ├── types/              # stl, project, api, auth 타입 정의</a:t>
            </a:r>
            <a:br/>
            <a:r>
              <a:t>│   │   └── config/             # firebase.config (레거시, 미사용)</a:t>
            </a:r>
            <a:br/>
            <a:r>
              <a:t>│   ├── vite.config.ts          # Vite 설정 + API 프록시</a:t>
            </a:r>
            <a:br/>
            <a:r>
              <a:t>│   └── package.json</a:t>
            </a:r>
            <a:br/>
            <a:r>
              <a:t>│</a:t>
            </a:r>
            <a:br/>
            <a:r>
              <a:t>├── backend/                    # Express API 서버 (~900 lines)</a:t>
            </a:r>
            <a:br/>
            <a:r>
              <a:t>│   ├── src/</a:t>
            </a:r>
            <a:br/>
            <a:r>
              <a:t>│   │   ├── controllers/        # project, stl HTTP 핸들러</a:t>
            </a:r>
            <a:br/>
            <a:r>
              <a:t>│   │   ├── services/           # project, stl 비즈니스 로직</a:t>
            </a:r>
            <a:br/>
            <a:r>
              <a:t>│   │   ├── routes/             # project, stl, fs 라우터</a:t>
            </a:r>
            <a:br/>
            <a:r>
              <a:t>│   │   ├── models/             # project, stl, user 타입</a:t>
            </a:r>
            <a:br/>
            <a:r>
              <a:t>│   │   └── config/             # database (SQLite), server.config</a:t>
            </a:r>
            <a:br/>
            <a:r>
              <a:t>│   ├── data/                   # mazicalign.db (자동 생성)</a:t>
            </a:r>
            <a:br/>
            <a:r>
              <a:t>│   └── uploads/stl/            # STL 파일 저장소</a:t>
            </a:r>
            <a:br/>
            <a:r>
              <a:t>│</a:t>
            </a:r>
            <a:br/>
            <a:r>
              <a:t>├── install.bat / build.bat / start.bat   # Windows 배치 스크립트</a:t>
            </a:r>
            <a:br/>
            <a:r>
              <a:t>├── README.md / DESIGN.md / SETUP.md      # 문서</a:t>
            </a:r>
            <a:br/>
            <a:r>
              <a:t>└── cors.json                              # CORS 설정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7. REST API 엔드포인트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6858000" cy="6995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200400"/>
                <a:gridCol w="27432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메서드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엔드포인트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/health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서버 상태 확인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/api/fs?path=...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로컬 파일시스템 탐색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/api/projects?ownerId=...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프로젝트 목록 조회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/api/projects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프로젝트 생성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PUT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/api/projects/{id}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프로젝트 수정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DELETE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/api/projects/{id}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프로젝트 삭제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/api/stl?projectId=...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STL 파일 목록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/api/stl/upload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STL 파일 업로드 (멀티파트)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/api/stl/import-path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로컬 경로에서 STL 임포트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PUT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/api/stl/{id}/visibility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가시성 토글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PUT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/api/stl/{id}/transform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변환값 업데이트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DELETE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/api/stl/{id}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STL 파일 삭제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/api/stl/{id}/logs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조정 이력 조회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/api/stl/{id}/logs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조정 이력 생성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DELETE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/api/stl/{id}/logs/{logId}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개별 이력 삭제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DELETE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/api/stl/{id}/logs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전체 이력 초기화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8. 데이터 모델 (SQLite)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515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029200"/>
                <a:gridCol w="36576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테이블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주요 필드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userId, email, displayName, role, createdAt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사용자 (로컬 단일 사용자)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projects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projectId, ownerId, projectCode, projectName, patientInfo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프로젝트 (환자 정보 포함)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stl_files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stlId, projectId, originalUrl, fileName, fileSize, visibility, currentTransform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STL 파일 메타데이터 + 변환값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adjustment_logs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logId, projectId, stlId, userId, adjustmentType, deltaValue, timestamp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변환 이력 로그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3474720"/>
            <a:ext cx="11247120" cy="2926080"/>
          </a:xfrm>
          <a:prstGeom prst="roundRect">
            <a:avLst/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11879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Transform 데이터 구조 (JSON)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77639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currentTransform = {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  translation: { x: number, y: number, z: number }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  rotation: { x: number, y: number, z: number, w: number }  // Quaternion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  scale: { x: number, y: number, z: number }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}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AdjustmentLog.deltaValue = Partial&lt;Vector3&gt; | Partial&lt;Quaternion&gt;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AdjustmentLog.adjustmentType = 'Translation' | 'Rotation' | 'Scale'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9. 참고한 기술 &amp; 영향 분석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2560320"/>
          </a:xfrm>
          <a:prstGeom prst="roundRect">
            <a:avLst/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3D 뷰어 참고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12064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BabylonJS 공식 문서 - STL Loader, Gizmo Manager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BabylonJS Playground 예제 - ArcRotateCamera 설정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3D 모델 뷰어 패턴 (Blender, Meshmixer UI 참고 가능성)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WebGL 기반 치과 뷰어 상용 솔루션 참고 가능성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  (예: 3Shape, exocad 등의 UI/UX 패턴)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486400" cy="2560320"/>
          </a:xfrm>
          <a:prstGeom prst="roundRect">
            <a:avLst/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2344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슬라이서 참고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00200"/>
            <a:ext cx="512064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오픈소스 슬라이서: Cura, PrusaSlicer 알고리즘 참고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Z-plane 교차 알고리즘 - 일반적인 메시 슬라이싱 기법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js-clipper: Angus Johnson의 Clipper 라이브러리 JS 포팅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G-code 표준: RepRap G-code 명령어 체계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DLP 슬라이싱: ChiTuBox, Lychee 등 DLP 슬라이서 참고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5486400" cy="2560320"/>
          </a:xfrm>
          <a:prstGeom prst="roundRect">
            <a:avLst/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069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아키텍처 참고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512064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Create React App → Vite 마이그레이션 패턴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Express + SQLite 로컬 서버 패턴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Zustand 상태 관리 패턴 (공식 문서)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Multer 파일 업로드 패턴 (Express 공식 예제)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Tailwind CSS 유틸리티 패턴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931920"/>
            <a:ext cx="5486400" cy="2560320"/>
          </a:xfrm>
          <a:prstGeom prst="roundRect">
            <a:avLst/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069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V2 로드맵 (DESIGN.md)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434840"/>
            <a:ext cx="512064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BabylonJS → Three.js + @react-three/fiber 전환 계획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  → 번들 크기 감소 (Three.js ≈ BabylonJS의 절반)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Gizmo → @react-three/drei TransformControls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아이콘: Lucide React 도입 예정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슬라이서: Web Worker 방식 유지, 성능 개선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맑은 고딕"/>
              </a:defRPr>
            </a:pPr>
            <a:r>
              <a:t>10. 코드 통계 &amp; 종합 평가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4124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97280"/>
                <a:gridCol w="914400"/>
                <a:gridCol w="411480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라인 수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비중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주요 내용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Frontend (페이지/컴포넌트)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~1,500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27%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ViewerPage, STLViewer, SlicerPanel 등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Frontend (서비스/슬라이서)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~1,200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22%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SliceEngine, GCodeGenerator, ImageGenerator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Frontend (hooks/utils/types)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~500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커스텀 훅, BabylonJS 유틸, 타입 정의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Backend (전체)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~900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Express API, SQLite, 파일 관리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설정/타입 정의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~1,445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26%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tsconfig, vite.config, 타입 파일</a:t>
                      </a:r>
                    </a:p>
                  </a:txBody>
                  <a:tcPr>
                    <a:solidFill>
                      <a:srgbClr val="2222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합계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~5,545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TypeScript/TSX</a:t>
                      </a:r>
                    </a:p>
                  </a:txBody>
                  <a:tcPr>
                    <a:solidFill>
                      <a:srgbClr val="2D2D48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4572000"/>
            <a:ext cx="11247120" cy="2011680"/>
          </a:xfrm>
          <a:prstGeom prst="roundRect">
            <a:avLst/>
          </a:prstGeom>
          <a:solidFill>
            <a:srgbClr val="222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709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종합 평가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7492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잘 설계된 풀스택 웹 애플리케이션으로, 3D 프린팅(치과/교정) 워크플로우에 특화되어 있음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프론트엔드/백엔드 분리가 깔끔하며, 서비스 레이어 패턴을 준수함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Web Worker 슬라이싱으로 UI 블로킹 방지 — 성능 고려가 잘 되어 있음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로컬 전용 설계로 보안 우려 최소화, 배포 편의성 극대화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V2에서 Three.js 전환 예정 — 번들 크기 최적화 &amp; React 에코시스템 일관성 확보 목적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